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3417f6369c4622" /><Relationship Type="http://schemas.openxmlformats.org/officeDocument/2006/relationships/extended-properties" Target="/docProps/app.xml" Id="R34c0e8e02a3e4d9c" /><Relationship Type="http://schemas.openxmlformats.org/officeDocument/2006/relationships/officeDocument" Target="/ppt/presentation.xml" Id="Re31b5852cbc249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fe899bccb44ef8"/>
  </p:sldMasterIdLst>
  <p:notesMasterIdLst>
    <p:notesMasterId xmlns:r="http://schemas.openxmlformats.org/officeDocument/2006/relationships" r:id="R1d584b8ce3af4aa6"/>
  </p:notesMasterIdLst>
  <p:sldIdLst>
    <p:sldId xmlns:r="http://schemas.openxmlformats.org/officeDocument/2006/relationships" id="256" r:id="R2afb48d42cad41ba"/>
    <p:sldId xmlns:r="http://schemas.openxmlformats.org/officeDocument/2006/relationships" id="257" r:id="Re1f65981860b4f76"/>
    <p:sldId xmlns:r="http://schemas.openxmlformats.org/officeDocument/2006/relationships" id="258" r:id="R75cd3c6215aa4747"/>
    <p:sldId xmlns:r="http://schemas.openxmlformats.org/officeDocument/2006/relationships" id="259" r:id="R7413e42b82b348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2ebeac98dd4a0d" /><Relationship Type="http://schemas.openxmlformats.org/officeDocument/2006/relationships/slideMaster" Target="/ppt/slideMasters/slideMaster1.xml" Id="R10fe899bccb44ef8" /><Relationship Type="http://schemas.openxmlformats.org/officeDocument/2006/relationships/notesMaster" Target="/ppt/notesMasters/notesMaster1.xml" Id="R1d584b8ce3af4aa6" /><Relationship Type="http://schemas.openxmlformats.org/officeDocument/2006/relationships/presProps" Target="/ppt/presProps.xml" Id="Re408ffb0ac094066" /><Relationship Type="http://schemas.openxmlformats.org/officeDocument/2006/relationships/tableStyles" Target="/ppt/tableStyles.xml" Id="R945ca50ef53f45fe" /><Relationship Type="http://schemas.openxmlformats.org/officeDocument/2006/relationships/slide" Target="/ppt/slides/slide1.xml" Id="R2afb48d42cad41ba" /><Relationship Type="http://schemas.openxmlformats.org/officeDocument/2006/relationships/slide" Target="/ppt/slides/slide2.xml" Id="Re1f65981860b4f76" /><Relationship Type="http://schemas.openxmlformats.org/officeDocument/2006/relationships/slide" Target="/ppt/slides/slide3.xml" Id="R75cd3c6215aa4747" /><Relationship Type="http://schemas.openxmlformats.org/officeDocument/2006/relationships/slide" Target="/ppt/slides/slide4.xml" Id="R7413e42b82b348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fb8e7595034f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emBridge">
      <a:dk1>
        <a:srgbClr val="020617"/>
      </a:dk1>
      <a:lt1>
        <a:srgbClr val="FFFFFF"/>
      </a:lt1>
      <a:dk2>
        <a:srgbClr val="1E293B"/>
      </a:dk2>
      <a:lt2>
        <a:srgbClr val="F1F5F9"/>
      </a:lt2>
      <a:accent1>
        <a:srgbClr val="06B6D4"/>
      </a:accent1>
      <a:accent2>
        <a:srgbClr val="7C3AED"/>
      </a:accent2>
      <a:accent3>
        <a:srgbClr val="F59E0B"/>
      </a:accent3>
      <a:accent4>
        <a:srgbClr val="10B981"/>
      </a:accent4>
      <a:accent5>
        <a:srgbClr val="EC4899"/>
      </a:accent5>
      <a:accent6>
        <a:srgbClr val="2563EB"/>
      </a:accent6>
      <a:hlink>
        <a:srgbClr val="0891B2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emBrid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4db92d534a47ec" /><Relationship Type="http://schemas.openxmlformats.org/officeDocument/2006/relationships/notesMaster" Target="/ppt/notesMasters/notesMaster1.xml" Id="Rf1ac90ebcf5b48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bab6bbff6546fc" /><Relationship Type="http://schemas.openxmlformats.org/officeDocument/2006/relationships/notesMaster" Target="/ppt/notesMasters/notesMaster1.xml" Id="R616aac4fc48f4a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1ba1c0ed224e60" /><Relationship Type="http://schemas.openxmlformats.org/officeDocument/2006/relationships/notesMaster" Target="/ppt/notesMasters/notesMaster1.xml" Id="R603a80d4ce2443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81e065f2854201" /><Relationship Type="http://schemas.openxmlformats.org/officeDocument/2006/relationships/notesMaster" Target="/ppt/notesMasters/notesMaster1.xml" Id="Rb69e1bb7af3147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a3296136d4a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95629351ea47a8" /><Relationship Type="http://schemas.openxmlformats.org/officeDocument/2006/relationships/slideLayout" Target="/ppt/slideLayouts/slideLayout1.xml" Id="R5d370b6ec86f4f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370b6ec86f4f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emBridge">
      <a:dk1>
        <a:srgbClr val="020617"/>
      </a:dk1>
      <a:lt1>
        <a:srgbClr val="FFFFFF"/>
      </a:lt1>
      <a:dk2>
        <a:srgbClr val="1E293B"/>
      </a:dk2>
      <a:lt2>
        <a:srgbClr val="F1F5F9"/>
      </a:lt2>
      <a:accent1>
        <a:srgbClr val="06B6D4"/>
      </a:accent1>
      <a:accent2>
        <a:srgbClr val="7C3AED"/>
      </a:accent2>
      <a:accent3>
        <a:srgbClr val="F59E0B"/>
      </a:accent3>
      <a:accent4>
        <a:srgbClr val="10B981"/>
      </a:accent4>
      <a:accent5>
        <a:srgbClr val="EC4899"/>
      </a:accent5>
      <a:accent6>
        <a:srgbClr val="2563EB"/>
      </a:accent6>
      <a:hlink>
        <a:srgbClr val="0891B2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emBrid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a150449bc4cc9" /><Relationship Type="http://schemas.openxmlformats.org/officeDocument/2006/relationships/notesSlide" Target="/ppt/notesSlides/notesSlide1.xml" Id="Rd052b00a4d3d48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cf5569c8d740a4" /><Relationship Type="http://schemas.openxmlformats.org/officeDocument/2006/relationships/notesSlide" Target="/ppt/notesSlides/notesSlide2.xml" Id="R6619ee8d38f945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53ca96c534acd" /><Relationship Type="http://schemas.openxmlformats.org/officeDocument/2006/relationships/notesSlide" Target="/ppt/notesSlides/notesSlide3.xml" Id="Rcbbc180e36864d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2dd4dd454463b" /><Relationship Type="http://schemas.openxmlformats.org/officeDocument/2006/relationships/notesSlide" Target="/ppt/notesSlides/notesSlide4.xml" Id="R4e1afd57860b4e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627C7-40C3-486A-8CBE-2CF3E212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CHEMBRIDGE · 7-СЫНЫП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404B4-8738-4627-8DF1-D140DA1E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Атом</a:t>
            </a:r>
          </a:p>
          <a:p xmlns:a="http://schemas.openxmlformats.org/drawingml/2006/main">
            <a:pPr algn="l">
              <a:defRPr sz="57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құрылысы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21317-16FE-4BAF-9219-DFC6D1DA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581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Ядроны, протонды, нейтронды және электронды бір жүйе ретінде түсінеміз.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79F90-24B2-4ED6-BF57-09920DA4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9525">
            <a:solidFill>
              <a:srgbClr val="CFF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97D87-6FAA-48D2-B3EB-486E6788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91175"/>
            <a:ext cx="1962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ҮЛГІ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B9A0F-CC3C-4183-A361-D95BDED7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00150"/>
            <a:ext cx="3810000" cy="4095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9BB66-EF60-4896-B750-71F3CD66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527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CED0D3-A026-4D74-B076-F659B7EC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241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8CE27-2110-4B7D-861F-EF9BB2FA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95475"/>
            <a:ext cx="2552700" cy="25527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6B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5D452-7FAA-40A9-B65B-F4BB523D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52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solidFill>
              <a:srgbClr val="06B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4BA3F-8A3C-4CAD-8B39-740235C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8C6FF-505E-4A14-A6A2-F5CFAA59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−</a:t>
            </a:r>
          </a:p>
        </p:txBody>
      </p:sp>
    </p:spTree>
    <p:extLst>
      <p:ext uri="{BB962C8B-B14F-4D97-AF65-F5344CB8AC3E}">
        <p14:creationId xmlns:p14="http://schemas.microsoft.com/office/powerpoint/2010/main" val="1877416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1365F1-4895-48C2-97A7-B8C4B4AD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НЕГІЗГІ ҰҒЫМ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461E9-CBCA-406E-BFA3-D6F033D5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Атомның үш негізгі бөлшегі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51311-F718-4062-90C2-9E7B1E4C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6F66C-9C9A-4958-8F7A-F883E349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3486150" cy="39052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2D2A4-12DA-4D24-B421-1A6CA12E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solidFill>
              <a:srgbClr val="EDE9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4CEA8-F9CF-44BB-BD8F-19887727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p⁺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994813-555A-4C52-8A90-576053BF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Протон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282DB-004D-4DDA-9FD5-CA686F42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Заряды: +1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Орны: ядрода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Элементті анықтайды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718BC-B9A0-4E81-BA96-0B171D2B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47850"/>
            <a:ext cx="3486150" cy="39052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28F8C-B19F-4488-AA12-E79BA3E8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FEF3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A814C-3EF5-4467-9BDA-CDE506F4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n⁰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35768B-8A36-4402-A571-D9C93D0E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62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Нейтрон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404B1-3BFB-48FD-B9CD-B58B6B7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90950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Заряды: 0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Орны: ядрода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Ядро массасын арттырады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A9C61-16E6-4AC5-AF22-1D54999AA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47850"/>
            <a:ext cx="3486150" cy="39052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36133-41EC-41B2-B4F7-66FB5FD3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solidFill>
              <a:srgbClr val="CFFA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5457C-AFB0-4A8E-B4E0-D6BA7CFA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8001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e⁻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934E4-A949-4C56-9A86-9B606B0F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623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Электрон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A59313-5756-4135-9D46-7C73A1CE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90950"/>
            <a:ext cx="285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Заряды: −1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Орны: қабықта</a:t>
            </a:r>
          </a:p>
          <a:p xmlns:a="http://schemas.openxmlformats.org/drawingml/2006/main">
            <a:pPr algn="l">
              <a:defRPr sz="15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Химиялық байланысқа қатысады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D5A81-BA96-471A-80CE-57262DBC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Бейтарап атомда протон саны электрон санына тең.</a:t>
            </a:r>
          </a:p>
        </p:txBody>
      </p:sp>
    </p:spTree>
    <p:extLst>
      <p:ext uri="{BB962C8B-B14F-4D97-AF65-F5344CB8AC3E}">
        <p14:creationId xmlns:p14="http://schemas.microsoft.com/office/powerpoint/2010/main" val="1970198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13E5B8-2DD8-44D4-9C34-D7B61D6B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САНДАР СӨЙЛЕЙДІ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3C54A-A83F-4C07-96AA-48DD00DA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Элементті сипаттайтын екі сан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25AC3-0227-467E-9E6D-D87D54ED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D974A-7EBD-457E-A832-8F22FEF4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959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CE373-1E87-4404-A1A0-BBA40B9E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571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FAFE"/>
          </a:solidFill>
          <a:ln xmlns:a="http://schemas.openxmlformats.org/drawingml/2006/main" w="9525">
            <a:solidFill>
              <a:srgbClr val="CFFA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013E6-13AB-4518-B3FC-F1211266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B5794-46A6-493B-A3DC-485A7EE2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Атомдық нөмір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1744C-1E50-4418-9D8E-9CBA13A6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Z = протон саны</a:t>
            </a:r>
          </a:p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Бейтарап атомда Z = электрон саны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9887E-ACAF-4749-833E-7D2EFA7A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5295900" cy="3257550"/>
          </a:xfrm>
          <a:prstGeom xmlns:a="http://schemas.openxmlformats.org/drawingml/2006/main" prst="roundRect">
            <a:avLst>
              <a:gd name="adj" fmla="val 4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14B55-9A15-489B-99AF-062726DE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571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C81E1B-AE6D-4846-A287-EA4DDD61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E7CD4-B537-4180-B4B9-2ACE5BF3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47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Массалық сан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818E1-981F-4B70-BE47-81CF973D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= протон + нейтрон</a:t>
            </a:r>
          </a:p>
          <a:p xmlns:a="http://schemas.openxmlformats.org/drawingml/2006/main">
            <a:pPr algn="l">
              <a:defRPr sz="1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Нейтрон саны: N = A − Z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6DC62-06BF-404E-87B2-3CC5AC57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858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A7BD5-B159-4BC9-9CA7-9857AC79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Мысал: ²³₁₁Na  →  11 протон  ·  12 нейтрон  ·  11 электрон</a:t>
            </a:r>
          </a:p>
        </p:txBody>
      </p:sp>
    </p:spTree>
    <p:extLst>
      <p:ext uri="{BB962C8B-B14F-4D97-AF65-F5344CB8AC3E}">
        <p14:creationId xmlns:p14="http://schemas.microsoft.com/office/powerpoint/2010/main" val="852170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9AF443-F793-4510-82B0-1C71C68B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ӨЗІҢДІ ТЕКСЕР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5152B-78F6-4BA2-8221-E1CC91CB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Үш сұрақ — бір қорытынды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B5047-D89C-48D0-AE7B-7FAA4F7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84584A-2540-43BA-A4F8-69EC9C62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71650"/>
            <a:ext cx="10858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F9EA77-B1EA-454A-8640-4E166291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B43EA-89EA-42B5-945E-473B4F21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AFA0C-39AE-45B2-AE26-BD9A3ABD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14525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1. Протон, нейтрон және электрон қай жерде орналасады?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BCE4C-EEB9-4A12-9E16-BD977DC6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858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7E9DE-BE6E-4039-A0E6-D23E31C5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FA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C0DD68-805A-499E-961A-98775D0F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49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AF2663-313B-4FC6-B28F-85B830CE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2. Бейтарап атомда протон мен электрон саны неге тең?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4B51E-0182-4CE4-9B99-DB791151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10858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B7E227-AB64-48D8-BF13-97C52510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E9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BA99B-9276-4D59-A368-8D7B305B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D28D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D28D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42E8BD-99E0-4D4F-B820-07DEA2C8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47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3. A = 27 және Z = 13 болса, нейтрон саны қанша?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FE59B-C746-4F8C-8CF5-9DDEA64C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381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34FC2-3B6C-4D16-8268-E102A26B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4830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4785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47857"/>
                </a:solidFill>
                <a:latin typeface="Aptos"/>
                <a:ea typeface="Aptos"/>
                <a:cs typeface="Aptos"/>
              </a:rPr>
              <a:t>ЖАУАП: 14 НЕЙТРОН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71293-36F7-4843-BE4C-42E5AA74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102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Негізгі идея: атом құрылысы элементтің қасиеттерін түсіндірудің бастапқы кілті.</a:t>
            </a:r>
          </a:p>
        </p:txBody>
      </p:sp>
    </p:spTree>
    <p:extLst>
      <p:ext uri="{BB962C8B-B14F-4D97-AF65-F5344CB8AC3E}">
        <p14:creationId xmlns:p14="http://schemas.microsoft.com/office/powerpoint/2010/main" val="565884209"/>
      </p:ext>
    </p:extLst>
  </p:cSld>
</p:sld>
</file>

<file path=ppt/theme/theme1.xml><?xml version="1.0" encoding="utf-8"?>
<a:theme xmlns:a="http://schemas.openxmlformats.org/drawingml/2006/main" name="ChatGPT">
  <a:themeElements>
    <a:clrScheme name="ChemBridge">
      <a:dk1>
        <a:srgbClr val="020617"/>
      </a:dk1>
      <a:lt1>
        <a:srgbClr val="FFFFFF"/>
      </a:lt1>
      <a:dk2>
        <a:srgbClr val="1E293B"/>
      </a:dk2>
      <a:lt2>
        <a:srgbClr val="F1F5F9"/>
      </a:lt2>
      <a:accent1>
        <a:srgbClr val="06B6D4"/>
      </a:accent1>
      <a:accent2>
        <a:srgbClr val="7C3AED"/>
      </a:accent2>
      <a:accent3>
        <a:srgbClr val="F59E0B"/>
      </a:accent3>
      <a:accent4>
        <a:srgbClr val="10B981"/>
      </a:accent4>
      <a:accent5>
        <a:srgbClr val="EC4899"/>
      </a:accent5>
      <a:accent6>
        <a:srgbClr val="2563EB"/>
      </a:accent6>
      <a:hlink>
        <a:srgbClr val="0891B2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emBridg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2026-08-01T11:22:39.8990000Z</dcterms:created>
  <dcterms:modified xsi:type="dcterms:W3CDTF">2026-08-01T11:22:39.8990000Z</dcterms:modified>
</coreProperties>
</file>